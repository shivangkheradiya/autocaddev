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4529-E25F-F252-874F-D49827DE2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4C997-2CB3-9B01-F1EF-9E3721617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1E52B-2F1D-3194-11AE-B3D002EC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29AE-B838-BE60-99F3-B9CAC6F0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44D5-0E91-B345-9BD1-B555A5E1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1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D1A7-1A57-658E-74BF-ABEDF3D9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E103-41F0-6689-BEA6-4FB795E7E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3A60-FB42-187D-1B38-8C7CA633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B9959-1692-0CBE-90B3-2E40E3A3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6C03D-5178-235A-8791-859BBC09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583E-7F57-0D25-0F3D-E78F295F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FC28B-0113-EB93-9E3B-EDC4C65A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51CF7-A003-BCA5-FDA8-C2622631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DFF9-B594-205D-E870-3B7CDBDB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EC833-2F87-BFBC-06DC-6734F5A0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17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8F02-4150-9551-6670-A2F6A7A6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FDDC-D9F0-E0A8-7E03-848227289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FD3DC-7CEF-363D-F741-B8730B6A6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BCC07-CBCC-4B3F-2683-4CE3C068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307-8939-B432-EC59-F6A3F1A4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E2951-C207-E078-FD42-D8CAE587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2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1394-6219-1AD2-42CE-3F01B873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A38E9-7563-8E2B-4EDB-00671969E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9284-32F0-7806-ED35-645859C9D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CB322-79CE-5985-7D06-AD8474E86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1C49F-AA86-079B-4018-451C77D3C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26AD6-9971-51B6-27C3-13103A00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64C9B-85E6-D44D-FBFC-C584B486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78EFC-7515-8D35-4DB9-5F5516AD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1C03-BA40-8259-3E7D-B960D546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E0D0B-4774-A0C7-C4C4-A096AFD3E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C6143-E397-2B0E-56BE-A6B3E007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9462E-0F68-A2A3-7410-DEDEB213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17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D7C9FB-720D-9FC1-5A88-0F033278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B1140-1F82-EB36-5766-EF60F043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7EB50-E78F-E873-3C61-F0004031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48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7334-57E7-0328-29E4-5CC9D771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E2060-ACAA-4DC9-9F2A-9F5E5D36B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684E4-A375-468D-394B-CB9D0CBF8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92087-92EA-7800-F2E1-02C19FDF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F3948-C92C-D1B2-6E36-EE9DC830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70BF9-6E51-3038-F83F-02186E6B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19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D033-58B7-0477-5FBD-91E53BBAD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D00F63-7542-1958-35D7-ECAEF431E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1BBA8-7F12-784B-AF94-A994F8B19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B4AD3-4FC3-0360-E13D-B44ED65E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0BA66-2981-9908-883A-F8993CB1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FBB1A-C36B-52DE-FEB9-6CA449A9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10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14D7A-18DF-951D-C2EA-DEEE40CF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6F0B5-BCFD-678D-3861-A4671892E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0FB2-87A0-C2F4-4B0E-7077D1AC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F1A01-C580-FF54-11D3-98F55CDF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C192A-4C25-75AE-0918-98DC8F33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6E280D-723E-B817-0150-F2B1A4A77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BC071-F20B-8B24-3027-B8E8996CC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07E35-6BA9-59D8-90A0-7BCC067B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2577F-0676-642E-5894-A464F262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1F47-6958-1AD6-26E7-AFF22788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05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3E1F1-37D4-FC3A-1F1D-CF95732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32707-9943-A84A-0A34-1B7A44D54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6425C-1C54-5BD8-6D21-1E0B0FAA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6E7-9E02-4B4B-BF4E-4E832380C92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3FF8B-2751-9AD7-A1D2-FC45492FA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9BDFF-F494-CC0C-13D6-32A45B654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A73A0-A0C0-4C88-9CF4-45F717A59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27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B7A7-0F55-3CD9-B623-E2E95AD27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AutoCAD .NET Developer Bootcamp (C#)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6956C-EB02-C189-1647-AED632ECB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46206"/>
            <a:ext cx="9144000" cy="1655762"/>
          </a:xfrm>
        </p:spPr>
        <p:txBody>
          <a:bodyPr/>
          <a:lstStyle/>
          <a:p>
            <a:pPr algn="r"/>
            <a:r>
              <a:rPr lang="en-IN" dirty="0"/>
              <a:t>Shivang Kheradiya </a:t>
            </a:r>
          </a:p>
          <a:p>
            <a:pPr algn="r"/>
            <a:r>
              <a:rPr lang="en-IN" dirty="0"/>
              <a:t>Autodesk Developer Network (ADN) Member </a:t>
            </a:r>
          </a:p>
          <a:p>
            <a:pPr algn="r"/>
            <a:r>
              <a:rPr lang="en-IN" dirty="0"/>
              <a:t>AVEVA Tools Specialist | BIM &amp; Digital Engineering Content Creator</a:t>
            </a:r>
          </a:p>
        </p:txBody>
      </p:sp>
    </p:spTree>
    <p:extLst>
      <p:ext uri="{BB962C8B-B14F-4D97-AF65-F5344CB8AC3E}">
        <p14:creationId xmlns:p14="http://schemas.microsoft.com/office/powerpoint/2010/main" val="647487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399A-97DA-7A5A-BF89-8D68B62B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Chapter 1</a:t>
            </a:r>
            <a:br>
              <a:rPr lang="en-IN" dirty="0"/>
            </a:br>
            <a:r>
              <a:rPr lang="en-IN" dirty="0"/>
              <a:t>Introduction to AutoCAD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5A55E-6555-5E22-7AA1-909D23173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56B75-2440-E58F-F4E6-3892AFCD5C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What is AutoCAD Development?</a:t>
            </a:r>
          </a:p>
          <a:p>
            <a:r>
              <a:rPr lang="en-IN" dirty="0"/>
              <a:t>AutoCAD APIs Overview</a:t>
            </a:r>
          </a:p>
          <a:p>
            <a:r>
              <a:rPr lang="en-IN" dirty="0"/>
              <a:t>VBA vs .NET vs </a:t>
            </a:r>
            <a:r>
              <a:rPr lang="en-IN" dirty="0" err="1"/>
              <a:t>ObjectARX</a:t>
            </a:r>
            <a:endParaRPr lang="en-IN" dirty="0"/>
          </a:p>
          <a:p>
            <a:r>
              <a:rPr lang="en-IN" dirty="0"/>
              <a:t>Why C# First?</a:t>
            </a:r>
          </a:p>
          <a:p>
            <a:r>
              <a:rPr lang="en-IN" dirty="0"/>
              <a:t>Course Roadmap</a:t>
            </a:r>
          </a:p>
          <a:p>
            <a:r>
              <a:rPr lang="en-IN" dirty="0"/>
              <a:t>Mini Project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F8926-2499-9D27-AEB3-1CFE1AB52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86A2B-FB30-E99D-A21C-FBB05337A27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Students execute their first plugin.</a:t>
            </a:r>
          </a:p>
        </p:txBody>
      </p:sp>
    </p:spTree>
    <p:extLst>
      <p:ext uri="{BB962C8B-B14F-4D97-AF65-F5344CB8AC3E}">
        <p14:creationId xmlns:p14="http://schemas.microsoft.com/office/powerpoint/2010/main" val="191260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20C0-AD71-4FBA-AC09-5682CBBA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401B-5D67-4D3B-73F7-F0D5E950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2</a:t>
            </a:r>
            <a:br>
              <a:rPr lang="en-IN" dirty="0"/>
            </a:br>
            <a:r>
              <a:rPr lang="en-IN" dirty="0"/>
              <a:t>Development Environment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FF430-B178-F84B-80E5-D6268AA46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B2B71-E1BB-16EF-07A7-B30FAE5B3D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 Visual Studio</a:t>
            </a:r>
          </a:p>
          <a:p>
            <a:r>
              <a:rPr lang="en-IN" dirty="0"/>
              <a:t>Configure AutoCAD</a:t>
            </a:r>
          </a:p>
          <a:p>
            <a:r>
              <a:rPr lang="en-IN" dirty="0"/>
              <a:t>Create Class Library</a:t>
            </a:r>
          </a:p>
          <a:p>
            <a:r>
              <a:rPr lang="en-IN" dirty="0"/>
              <a:t>Reference AutoCAD DLLs</a:t>
            </a:r>
          </a:p>
          <a:p>
            <a:r>
              <a:rPr lang="en-IN" dirty="0"/>
              <a:t>Build First Project</a:t>
            </a:r>
          </a:p>
          <a:p>
            <a:r>
              <a:rPr lang="en-IN" dirty="0"/>
              <a:t>Mini Project - Compile plugin DLL.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9414E-5E64-E892-16CD-C7663DD4E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E8D52-E548-0D99-ADFB-39124D553E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Working with development environment.</a:t>
            </a:r>
          </a:p>
        </p:txBody>
      </p:sp>
    </p:spTree>
    <p:extLst>
      <p:ext uri="{BB962C8B-B14F-4D97-AF65-F5344CB8AC3E}">
        <p14:creationId xmlns:p14="http://schemas.microsoft.com/office/powerpoint/2010/main" val="330830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2E29-2413-3669-D77E-3F1135EE4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4E4C-959F-1F85-199F-1602A197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3</a:t>
            </a:r>
            <a:br>
              <a:rPr lang="en-IN" dirty="0"/>
            </a:br>
            <a:r>
              <a:rPr lang="en-IN" dirty="0"/>
              <a:t>Understanding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95F9B-2F36-335F-9248-F680AFEAF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91376-05AA-B492-E2A9-A343085388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“</a:t>
            </a:r>
            <a:r>
              <a:rPr lang="en-IN" dirty="0" err="1"/>
              <a:t>CommandMethod</a:t>
            </a:r>
            <a:r>
              <a:rPr lang="en-IN" dirty="0"/>
              <a:t>” Attribute</a:t>
            </a:r>
          </a:p>
          <a:p>
            <a:r>
              <a:rPr lang="en-IN" dirty="0"/>
              <a:t>Command Registration</a:t>
            </a:r>
          </a:p>
          <a:p>
            <a:r>
              <a:rPr lang="en-IN" dirty="0"/>
              <a:t>Using Editor</a:t>
            </a:r>
          </a:p>
          <a:p>
            <a:r>
              <a:rPr lang="en-IN" dirty="0"/>
              <a:t>User Messages</a:t>
            </a:r>
          </a:p>
          <a:p>
            <a:r>
              <a:rPr lang="en-IN" dirty="0"/>
              <a:t>Mini Project – Commands creation such as HELLO , ABOUT, VERSION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72643-5885-315C-9362-01FFA8AF6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64406-5B38-3C65-366F-6ED1A00C12E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Multiple working AutoCAD commands.</a:t>
            </a:r>
          </a:p>
        </p:txBody>
      </p:sp>
    </p:spTree>
    <p:extLst>
      <p:ext uri="{BB962C8B-B14F-4D97-AF65-F5344CB8AC3E}">
        <p14:creationId xmlns:p14="http://schemas.microsoft.com/office/powerpoint/2010/main" val="23917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27F8-4128-B598-D733-F4C4B832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7CC4-323A-F14B-94BA-97B85ABC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5</a:t>
            </a:r>
            <a:br>
              <a:rPr lang="en-IN" dirty="0"/>
            </a:br>
            <a:r>
              <a:rPr lang="en-IN" dirty="0"/>
              <a:t>Creating Your First Entities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9E42F-949D-8A16-A25A-EF50E7B4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3736D-5688-3E0D-E12B-E9A7BEF3BD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Point</a:t>
            </a:r>
          </a:p>
          <a:p>
            <a:r>
              <a:rPr lang="en-IN" dirty="0"/>
              <a:t>Line</a:t>
            </a:r>
          </a:p>
          <a:p>
            <a:r>
              <a:rPr lang="en-IN" dirty="0"/>
              <a:t>Circle</a:t>
            </a:r>
          </a:p>
          <a:p>
            <a:r>
              <a:rPr lang="en-IN" dirty="0"/>
              <a:t>Mini Project - Create Command: DRAWDEMO : Creates multiple entities.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CDD64-E1D5-2DD4-2CFB-122EE8485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0F171-ED50-5F89-AC1F-7230E8E141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Draw objects programmatically.</a:t>
            </a:r>
          </a:p>
        </p:txBody>
      </p:sp>
    </p:spTree>
    <p:extLst>
      <p:ext uri="{BB962C8B-B14F-4D97-AF65-F5344CB8AC3E}">
        <p14:creationId xmlns:p14="http://schemas.microsoft.com/office/powerpoint/2010/main" val="3118100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0D43-E97D-0B44-2590-062A34A3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C30C-DC86-E45C-AF40-BEC468D9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6</a:t>
            </a:r>
            <a:br>
              <a:rPr lang="en-IN" dirty="0"/>
            </a:br>
            <a:r>
              <a:rPr lang="en-IN" dirty="0"/>
              <a:t>Working with Transactions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E28D5-D1F2-C567-B2C7-66443C1A9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926A3-54D1-E013-8E5B-D29902DEF6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TransactionManager</a:t>
            </a:r>
            <a:endParaRPr lang="en-IN" dirty="0"/>
          </a:p>
          <a:p>
            <a:r>
              <a:rPr lang="en-IN" dirty="0" err="1"/>
              <a:t>OpenMode</a:t>
            </a:r>
            <a:endParaRPr lang="en-IN" dirty="0"/>
          </a:p>
          <a:p>
            <a:r>
              <a:rPr lang="en-IN" dirty="0"/>
              <a:t>Commit</a:t>
            </a:r>
          </a:p>
          <a:p>
            <a:r>
              <a:rPr lang="en-IN" dirty="0"/>
              <a:t>Rollback</a:t>
            </a:r>
          </a:p>
          <a:p>
            <a:r>
              <a:rPr lang="en-IN" dirty="0"/>
              <a:t>Mini Project - Create transaction-safe drawing tool.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1034C-2515-229F-EEBD-7BD22CE70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204F0-323F-D809-ADDF-1DB9B5B463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Understand AutoCAD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312795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D3B4-6618-2861-0864-BF1F8332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46A6-3EBF-C6C6-78B5-73A3BA86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7</a:t>
            </a:r>
            <a:br>
              <a:rPr lang="en-IN" dirty="0"/>
            </a:br>
            <a:r>
              <a:rPr lang="en-IN" dirty="0"/>
              <a:t>Creating and Managing 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5E8E8-7CFF-0E66-3351-1B64A776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6D434-C11F-B62E-2DB7-2254492E83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LayerTable</a:t>
            </a:r>
            <a:endParaRPr lang="en-IN" dirty="0"/>
          </a:p>
          <a:p>
            <a:r>
              <a:rPr lang="en-IN" dirty="0"/>
              <a:t>Layer Creation</a:t>
            </a:r>
          </a:p>
          <a:p>
            <a:r>
              <a:rPr lang="en-IN" dirty="0"/>
              <a:t>Layer Properties</a:t>
            </a:r>
          </a:p>
          <a:p>
            <a:r>
              <a:rPr lang="en-IN" dirty="0"/>
              <a:t>Layer Assignment</a:t>
            </a:r>
          </a:p>
          <a:p>
            <a:r>
              <a:rPr lang="en-IN" dirty="0"/>
              <a:t>Mini Project - Generate Text, Piping, Insulation layers automatically.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12E6E-0C72-B3AB-C24A-0E528295F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50FD6-5E46-B01F-B6AD-FA8DAFB599D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Automated layer management.</a:t>
            </a:r>
          </a:p>
        </p:txBody>
      </p:sp>
    </p:spTree>
    <p:extLst>
      <p:ext uri="{BB962C8B-B14F-4D97-AF65-F5344CB8AC3E}">
        <p14:creationId xmlns:p14="http://schemas.microsoft.com/office/powerpoint/2010/main" val="412646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4CA0-56B7-A9A1-7ADD-DEC4059C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3C66-B908-8FEC-86A2-56B4845E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8</a:t>
            </a:r>
            <a:br>
              <a:rPr lang="en-IN" dirty="0"/>
            </a:br>
            <a:r>
              <a:rPr lang="en-IN" dirty="0"/>
              <a:t>Working with Text and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33F04-3639-D44C-221F-95CC57E5B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0B25E-B552-17F9-5B99-7B4556B89A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DBText</a:t>
            </a:r>
            <a:endParaRPr lang="en-IN" dirty="0"/>
          </a:p>
          <a:p>
            <a:r>
              <a:rPr lang="en-IN" dirty="0" err="1"/>
              <a:t>MText</a:t>
            </a:r>
            <a:endParaRPr lang="en-IN" dirty="0"/>
          </a:p>
          <a:p>
            <a:r>
              <a:rPr lang="en-IN" dirty="0"/>
              <a:t>Dimensions</a:t>
            </a:r>
          </a:p>
          <a:p>
            <a:r>
              <a:rPr lang="en-IN" dirty="0"/>
              <a:t>Mini Project - Automatic title generation.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9BBF4-3602-B2A1-7666-405F26463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DF1B5-C2FB-6A6C-B7CB-C61B9D76C5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Drawing annotation automation.</a:t>
            </a:r>
          </a:p>
        </p:txBody>
      </p:sp>
    </p:spTree>
    <p:extLst>
      <p:ext uri="{BB962C8B-B14F-4D97-AF65-F5344CB8AC3E}">
        <p14:creationId xmlns:p14="http://schemas.microsoft.com/office/powerpoint/2010/main" val="353244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35A9-8484-397D-6E7E-B5FEC50E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29BDA-D26A-B38D-776D-FDDF033B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9</a:t>
            </a:r>
            <a:br>
              <a:rPr lang="en-IN" dirty="0"/>
            </a:br>
            <a:r>
              <a:rPr lang="en-IN" dirty="0"/>
              <a:t>Working with Polylines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F551E-0F5F-1964-97E2-D658EA3D8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9BBB0-178C-BAFD-96F7-49D545C268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Polyline</a:t>
            </a:r>
          </a:p>
          <a:p>
            <a:r>
              <a:rPr lang="en-IN" dirty="0"/>
              <a:t>Vertex Management</a:t>
            </a:r>
          </a:p>
          <a:p>
            <a:r>
              <a:rPr lang="en-IN" dirty="0"/>
              <a:t>Closed Shapes</a:t>
            </a:r>
          </a:p>
          <a:p>
            <a:r>
              <a:rPr lang="en-IN" dirty="0"/>
              <a:t>Mini Project - Generate floor layouts.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FE253-2395-591D-CA2B-414001105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7E232-99D9-BA37-1119-72E34A7E87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Complex geometry creation.</a:t>
            </a:r>
          </a:p>
        </p:txBody>
      </p:sp>
    </p:spTree>
    <p:extLst>
      <p:ext uri="{BB962C8B-B14F-4D97-AF65-F5344CB8AC3E}">
        <p14:creationId xmlns:p14="http://schemas.microsoft.com/office/powerpoint/2010/main" val="172648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46642-06F5-6D34-2248-0C1F7EE9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6CBF-AB20-6815-863F-D95E027E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10</a:t>
            </a:r>
            <a:br>
              <a:rPr lang="en-IN" dirty="0"/>
            </a:br>
            <a:r>
              <a:rPr lang="en-IN" dirty="0"/>
              <a:t>Introducing Blocks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8D1EE-9F12-5774-32D0-2C44DB272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5E4F7-6344-EC5A-1F26-9FF61D1E4B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Block Definitions</a:t>
            </a:r>
          </a:p>
          <a:p>
            <a:r>
              <a:rPr lang="en-IN" dirty="0"/>
              <a:t>Block References</a:t>
            </a:r>
          </a:p>
          <a:p>
            <a:r>
              <a:rPr lang="en-IN" dirty="0"/>
              <a:t>Block Insertion</a:t>
            </a:r>
          </a:p>
          <a:p>
            <a:r>
              <a:rPr lang="en-IN" dirty="0"/>
              <a:t>Mini Project - Create Pipe section block.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E85C2-DDAB-5473-92C4-B60542F2D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2E627-6CE0-51D7-07BC-A5CEA008F8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Understand reusable content.</a:t>
            </a:r>
          </a:p>
        </p:txBody>
      </p:sp>
    </p:spTree>
    <p:extLst>
      <p:ext uri="{BB962C8B-B14F-4D97-AF65-F5344CB8AC3E}">
        <p14:creationId xmlns:p14="http://schemas.microsoft.com/office/powerpoint/2010/main" val="426114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B6C0-C30F-1A57-DD51-1F4AB45B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71D9-817B-2FBB-D969-28CA856A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11</a:t>
            </a:r>
            <a:br>
              <a:rPr lang="en-IN" dirty="0"/>
            </a:br>
            <a:r>
              <a:rPr lang="en-IN" dirty="0"/>
              <a:t>Working with Block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0D531-0DEC-CD0A-6EB3-0A207A232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FD5DF-70E1-21E3-44CF-AC8E3304EC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Attribute Definition</a:t>
            </a:r>
          </a:p>
          <a:p>
            <a:r>
              <a:rPr lang="en-IN" dirty="0"/>
              <a:t>Attribute Reference</a:t>
            </a:r>
          </a:p>
          <a:p>
            <a:r>
              <a:rPr lang="en-IN" dirty="0"/>
              <a:t>Reading Attributes</a:t>
            </a:r>
          </a:p>
          <a:p>
            <a:r>
              <a:rPr lang="en-IN" dirty="0"/>
              <a:t>Mini Project - Pipe tagging system.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C2427-6117-BE81-5F90-507C80881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634D5-2BCE-6953-CCF7-42DD9A42F36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Data-driven drawings.</a:t>
            </a:r>
          </a:p>
        </p:txBody>
      </p:sp>
    </p:spTree>
    <p:extLst>
      <p:ext uri="{BB962C8B-B14F-4D97-AF65-F5344CB8AC3E}">
        <p14:creationId xmlns:p14="http://schemas.microsoft.com/office/powerpoint/2010/main" val="1697046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0D3C-18C0-96C8-AA77-1704E7F3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1EC5-F0C5-91D4-F286-F614F359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12</a:t>
            </a:r>
            <a:br>
              <a:rPr lang="en-IN" dirty="0"/>
            </a:br>
            <a:r>
              <a:rPr lang="en-IN" dirty="0"/>
              <a:t>Selecting Existing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4A5B8-514B-63F6-E50D-18C518ADD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D9585-2D6D-02DA-98F3-27F4F2A4A7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SelectionSet</a:t>
            </a:r>
            <a:endParaRPr lang="en-IN" dirty="0"/>
          </a:p>
          <a:p>
            <a:r>
              <a:rPr lang="en-IN" dirty="0" err="1"/>
              <a:t>PromptSelectionOptions</a:t>
            </a:r>
            <a:endParaRPr lang="en-IN" dirty="0"/>
          </a:p>
          <a:p>
            <a:r>
              <a:rPr lang="en-IN" dirty="0"/>
              <a:t>Filtering</a:t>
            </a:r>
          </a:p>
          <a:p>
            <a:r>
              <a:rPr lang="en-IN" dirty="0"/>
              <a:t>Mini Project - Select all circles.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F5F99-FEDE-18A6-3F12-D4B46A43C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4F6A4-76E0-664D-3FF8-53E1BBFD99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Manipulate existing drawings.</a:t>
            </a:r>
          </a:p>
        </p:txBody>
      </p:sp>
    </p:spTree>
    <p:extLst>
      <p:ext uri="{BB962C8B-B14F-4D97-AF65-F5344CB8AC3E}">
        <p14:creationId xmlns:p14="http://schemas.microsoft.com/office/powerpoint/2010/main" val="149075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D16-EB7B-8678-925E-096067B9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4938-BB23-F4D2-0836-9735D497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13</a:t>
            </a:r>
            <a:br>
              <a:rPr lang="en-IN" dirty="0"/>
            </a:br>
            <a:r>
              <a:rPr lang="en-IN" dirty="0"/>
              <a:t>Modifying Existing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1918-A2C0-CCF4-AADE-D295446AE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2764A-65AA-37FB-4E46-773348A9D9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Move</a:t>
            </a:r>
          </a:p>
          <a:p>
            <a:r>
              <a:rPr lang="en-IN" dirty="0"/>
              <a:t>Rotate</a:t>
            </a:r>
          </a:p>
          <a:p>
            <a:r>
              <a:rPr lang="en-IN" dirty="0"/>
              <a:t>Scale</a:t>
            </a:r>
          </a:p>
          <a:p>
            <a:r>
              <a:rPr lang="en-IN" dirty="0"/>
              <a:t>Change Layer</a:t>
            </a:r>
          </a:p>
          <a:p>
            <a:r>
              <a:rPr lang="en-IN" dirty="0"/>
              <a:t>Mini Project - Drawing cleanup utility.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5D982-C5A5-3A39-F3E8-8E1909ACC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AD168-034B-DD03-003C-7F943FE8616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Editing through code.</a:t>
            </a:r>
          </a:p>
        </p:txBody>
      </p:sp>
    </p:spTree>
    <p:extLst>
      <p:ext uri="{BB962C8B-B14F-4D97-AF65-F5344CB8AC3E}">
        <p14:creationId xmlns:p14="http://schemas.microsoft.com/office/powerpoint/2010/main" val="342138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8EB9-1F3A-F28C-D6DD-0D235DA7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BFF2-FDF2-3477-6261-06E775E6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14</a:t>
            </a:r>
            <a:br>
              <a:rPr lang="en-IN" dirty="0"/>
            </a:br>
            <a:r>
              <a:rPr lang="en-IN" dirty="0"/>
              <a:t>Building a Real Productivity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796CD-C749-366C-BAB1-B1D86B55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8AB70-E7E8-81F5-E236-A77D686C8D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: Pipe Rack Drawing Standardizer</a:t>
            </a:r>
          </a:p>
          <a:p>
            <a:r>
              <a:rPr lang="en-IN" dirty="0"/>
              <a:t>Automatically:</a:t>
            </a:r>
          </a:p>
          <a:p>
            <a:pPr lvl="1"/>
            <a:r>
              <a:rPr lang="en-IN" dirty="0"/>
              <a:t>Create layers</a:t>
            </a:r>
          </a:p>
          <a:p>
            <a:pPr lvl="1"/>
            <a:r>
              <a:rPr lang="en-IN" dirty="0"/>
              <a:t>Create title notes</a:t>
            </a:r>
          </a:p>
          <a:p>
            <a:pPr lvl="1"/>
            <a:r>
              <a:rPr lang="en-IN" dirty="0"/>
              <a:t>Insert blocks</a:t>
            </a:r>
          </a:p>
          <a:p>
            <a:pPr lvl="1"/>
            <a:r>
              <a:rPr lang="en-IN" dirty="0"/>
              <a:t>Apply standards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88459-9760-5F69-AB9E-A0D8C45A1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AAB39-0BD9-7629-0268-081994D248C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First business-use plugin.</a:t>
            </a:r>
          </a:p>
        </p:txBody>
      </p:sp>
    </p:spTree>
    <p:extLst>
      <p:ext uri="{BB962C8B-B14F-4D97-AF65-F5344CB8AC3E}">
        <p14:creationId xmlns:p14="http://schemas.microsoft.com/office/powerpoint/2010/main" val="2224021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7C42-6A5F-392D-DB19-696CAB35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DE75-CB2C-E567-CA55-56C3F1EA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15</a:t>
            </a:r>
            <a:br>
              <a:rPr lang="en-IN" dirty="0"/>
            </a:br>
            <a:r>
              <a:rPr lang="en-IN" dirty="0"/>
              <a:t>AutoCAD Drawing Automation Toolkit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CB5A9-657F-2300-25B5-4BC87C33D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C30CB-55B7-AA2D-E8DD-13A210875B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Create Layers</a:t>
            </a:r>
          </a:p>
          <a:p>
            <a:r>
              <a:rPr lang="en-IN" dirty="0"/>
              <a:t>Insert Blocks</a:t>
            </a:r>
          </a:p>
          <a:p>
            <a:r>
              <a:rPr lang="en-IN" dirty="0"/>
              <a:t>Add Equipment Tags</a:t>
            </a:r>
          </a:p>
          <a:p>
            <a:r>
              <a:rPr lang="en-IN" dirty="0"/>
              <a:t>Generate Text</a:t>
            </a:r>
          </a:p>
          <a:p>
            <a:r>
              <a:rPr lang="en-IN" dirty="0"/>
              <a:t>Validate Drawing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B7716-9770-ADD4-8613-69CB23484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0" dirty="0"/>
              <a:t>Outcome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15A34-02C8-282E-AAB7-69B57C1131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Portfolio-ready project.</a:t>
            </a:r>
          </a:p>
        </p:txBody>
      </p:sp>
    </p:spTree>
    <p:extLst>
      <p:ext uri="{BB962C8B-B14F-4D97-AF65-F5344CB8AC3E}">
        <p14:creationId xmlns:p14="http://schemas.microsoft.com/office/powerpoint/2010/main" val="2481628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417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AutoCAD .NET Developer Bootcamp (C#)</vt:lpstr>
      <vt:lpstr>Chapter 1 Introduction to AutoCAD Development</vt:lpstr>
      <vt:lpstr>Chapter 2 Development Environment Setup</vt:lpstr>
      <vt:lpstr>Chapter 3 Understanding Commands</vt:lpstr>
      <vt:lpstr>Chapter 5 Creating Your First Entities</vt:lpstr>
      <vt:lpstr>Chapter 6 Working with Transactions</vt:lpstr>
      <vt:lpstr>Chapter 7 Creating and Managing Layers</vt:lpstr>
      <vt:lpstr>Chapter 8 Working with Text and Dimensions</vt:lpstr>
      <vt:lpstr>Chapter 9 Working with Polylines</vt:lpstr>
      <vt:lpstr>Chapter 10 Introducing Blocks</vt:lpstr>
      <vt:lpstr>Chapter 11 Working with Block Attributes</vt:lpstr>
      <vt:lpstr>Chapter 12 Selecting Existing Objects</vt:lpstr>
      <vt:lpstr>Chapter 13 Modifying Existing Objects</vt:lpstr>
      <vt:lpstr>Chapter 14 Building a Real Productivity Tool</vt:lpstr>
      <vt:lpstr>Chapter 15 AutoCAD Drawing Automation Toolkit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Shivang Kheradiya</dc:creator>
  <cp:lastModifiedBy>Shivang Kheradiya</cp:lastModifiedBy>
  <cp:revision>101</cp:revision>
  <dcterms:created xsi:type="dcterms:W3CDTF">2026-09-16T09:37:36Z</dcterms:created>
  <dcterms:modified xsi:type="dcterms:W3CDTF">2026-09-16T10:32:20Z</dcterms:modified>
</cp:coreProperties>
</file>